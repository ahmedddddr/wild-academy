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5303520"/>
            <a:ext cx="1188720" cy="1188720"/>
          </a:xfrm>
          <a:prstGeom prst="ellipse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247120" y="4754880"/>
            <a:ext cx="548640" cy="548640"/>
          </a:xfrm>
          <a:prstGeom prst="ellipse">
            <a:avLst/>
          </a:prstGeom>
          <a:solidFill>
            <a:srgbClr val="06D6A0">
              <a:alpha val="4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-274320" y="365760"/>
            <a:ext cx="914400" cy="914400"/>
          </a:xfrm>
          <a:prstGeom prst="ellipse">
            <a:avLst/>
          </a:prstGeom>
          <a:solidFill>
            <a:srgbClr val="06D6A0">
              <a:alpha val="35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875520" y="4206240"/>
            <a:ext cx="457200" cy="457200"/>
          </a:xfrm>
          <a:prstGeom prst="ellipse">
            <a:avLst/>
          </a:prstGeom>
          <a:solidFill>
            <a:srgbClr val="FF6B6B">
              <a:alpha val="45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68580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685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ACADEMY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1188720" cy="1188720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1945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Artificial Intelligence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 introduction for young explorers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 •  Code  •  Robots  •  Smart Machines</a:t>
            </a:r>
            <a:endParaRPr lang="en-US" sz="1300" dirty="0"/>
          </a:p>
        </p:txBody>
      </p:sp>
      <p:sp>
        <p:nvSpPr>
          <p:cNvPr id="14" name="Rounded Rectangle 13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Computer?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has two big parts that work together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97680"/>
          </a:xfrm>
          <a:prstGeom prst="roundRect">
            <a:avLst>
              <a:gd name="adj" fmla="val 319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202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F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of the computer — the parts you can touch.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3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— shows you pictures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3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 — how you talk to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3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(CPU) — the brain that calculates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3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storage — where things are kept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92240" y="205740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980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Software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 of the computer — the instructions it follows.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instructions called a 'program'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hardware exactly what to 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572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games, apps, YouTube, this slide!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120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people using code — programming!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Rounded Rectangle 23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Operating Systems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(OS) is the manager — it controls everything else in the computer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56816" cy="3291840"/>
          </a:xfrm>
          <a:prstGeom prst="roundRect">
            <a:avLst>
              <a:gd name="adj" fmla="val 560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9848" y="2194560"/>
            <a:ext cx="914400" cy="914400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69848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Windows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703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PCs &amp; laptops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25496" y="1920240"/>
            <a:ext cx="1956816" cy="3291840"/>
          </a:xfrm>
          <a:prstGeom prst="roundRect">
            <a:avLst>
              <a:gd name="adj" fmla="val 560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46704" y="219456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46704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825496" y="32461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35224" y="3703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computers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02352" y="1920240"/>
            <a:ext cx="1956816" cy="3291840"/>
          </a:xfrm>
          <a:prstGeom prst="roundRect">
            <a:avLst>
              <a:gd name="adj" fmla="val 560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623560" y="2194560"/>
            <a:ext cx="914400" cy="9144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2356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102352" y="32461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Linux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3703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&amp; experts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79208" y="1920240"/>
            <a:ext cx="1956816" cy="3291840"/>
          </a:xfrm>
          <a:prstGeom prst="roundRect">
            <a:avLst>
              <a:gd name="adj" fmla="val 560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00416" y="2194560"/>
            <a:ext cx="914400" cy="914400"/>
          </a:xfrm>
          <a:prstGeom prst="ellipse">
            <a:avLst/>
          </a:prstGeom>
          <a:solidFill>
            <a:srgbClr val="3F8C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00416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79208" y="32461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Android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88936" y="3703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phones/tablets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56064" y="1920240"/>
            <a:ext cx="1956816" cy="3291840"/>
          </a:xfrm>
          <a:prstGeom prst="roundRect">
            <a:avLst>
              <a:gd name="adj" fmla="val 5607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177272" y="2194560"/>
            <a:ext cx="914400" cy="914400"/>
          </a:xfrm>
          <a:prstGeom prst="ellipse">
            <a:avLst/>
          </a:prstGeom>
          <a:solidFill>
            <a:srgbClr val="9B59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177272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656064" y="32461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65792" y="3703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iPhones &amp; iPads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OS like a school principal — it makes sure every app and every part of the hardware works together nicely!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Rounded Rectangle 32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Secret Language: 0 and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don't understand English or Arabic — they only understand binary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342B7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It's like a light switch!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only has two states: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 ON  (electricity flows)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=  OFF (no electricity)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letter, photo, song, and game inside a computer is just a very long pattern of these two numbers!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5669280" cy="4389120"/>
          </a:xfrm>
          <a:prstGeom prst="roundRect">
            <a:avLst>
              <a:gd name="adj" fmla="val 3125"/>
            </a:avLst>
          </a:prstGeom>
          <a:solidFill>
            <a:srgbClr val="342B7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'A' in binary: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241E4E"/>
          </a:solidFill>
          <a:ln w="19050">
            <a:solidFill>
              <a:srgbClr val="06D6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4688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0 1 0 0 0 0 0 1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0 or 1 is called a BIT.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together = 1 BYTE.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4480560"/>
            <a:ext cx="4937760" cy="1463040"/>
          </a:xfrm>
          <a:prstGeom prst="roundRect">
            <a:avLst>
              <a:gd name="adj" fmla="val 6250"/>
            </a:avLst>
          </a:prstGeom>
          <a:solidFill>
            <a:srgbClr val="241E4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4572000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=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 of 0s and 1s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=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pattern of 0s and 1s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=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0s and 1s!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Fields of Programming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use code to build different kinds of things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06424" y="2103120"/>
            <a:ext cx="877824" cy="877824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06424" y="21031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31089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379476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websites you visit in a browser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16352" y="182880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74136" y="2103120"/>
            <a:ext cx="877824" cy="877824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74136" y="21031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889504" y="31089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Mobile 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44368" y="379476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apps for phones &amp; tablets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84064" y="182880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641848" y="2103120"/>
            <a:ext cx="877824" cy="87782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41848" y="21031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157216" y="31089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Game Development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79476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video games you can play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1776" y="182880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09560" y="2103120"/>
            <a:ext cx="877824" cy="877824"/>
          </a:xfrm>
          <a:prstGeom prst="ellipse">
            <a:avLst/>
          </a:prstGeom>
          <a:solidFill>
            <a:srgbClr val="9B59F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09560" y="21031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24928" y="31089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Science &amp;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9792" y="379476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find patterns &amp; think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19488" y="182880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177272" y="2103120"/>
            <a:ext cx="877824" cy="877824"/>
          </a:xfrm>
          <a:prstGeom prst="ellipse">
            <a:avLst/>
          </a:prstGeom>
          <a:solidFill>
            <a:srgbClr val="3F8CF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177272" y="210312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692640" y="31089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47504" y="379476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computers from hackers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Rounded Rectangle 30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oundRect">
            <a:avLst/>
          </a:prstGeom>
          <a:solidFill>
            <a:srgbClr val="241E4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566160" y="457200"/>
            <a:ext cx="548640" cy="548640"/>
          </a:xfrm>
          <a:prstGeom prst="ellipse">
            <a:avLst/>
          </a:prstGeom>
          <a:solidFill>
            <a:srgbClr val="06D6A0">
              <a:alpha val="4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5486400"/>
            <a:ext cx="731520" cy="731520"/>
          </a:xfrm>
          <a:prstGeom prst="ellipse">
            <a:avLst/>
          </a:prstGeom>
          <a:solidFill>
            <a:srgbClr val="FFD166">
              <a:alpha val="35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63040" y="2194560"/>
            <a:ext cx="1645920" cy="1645920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63040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Artificial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Intelligence?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667512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257800" y="114300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is when we teach a computer to do things that normally need human thinking — like recognizing pictures, understanding speech, or making smart guesses.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3840480"/>
            <a:ext cx="6675120" cy="1005840"/>
          </a:xfrm>
          <a:prstGeom prst="roundRect">
            <a:avLst>
              <a:gd name="adj" fmla="val 10909"/>
            </a:avLst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0" y="38404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a computer that can LEARN from examples, instead of only following fixed instructions.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AI you already use: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5440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(Siri, Alexa)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37760" y="582472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filters that find your face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620877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suggesting videos you like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Rounded Rectangle 18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group AI into three levels, based on how smart and flexible it 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44240" cy="4114800"/>
          </a:xfrm>
          <a:prstGeom prst="roundRect">
            <a:avLst>
              <a:gd name="adj" fmla="val 3982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67840" y="2148840"/>
            <a:ext cx="1005840" cy="100584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76784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344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Narrow AI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344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exists today!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98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ONE job only.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298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apps, Quick Draw, Face filters, Voice assistants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8640" y="1828800"/>
            <a:ext cx="3444240" cy="4114800"/>
          </a:xfrm>
          <a:prstGeom prst="roundRect">
            <a:avLst>
              <a:gd name="adj" fmla="val 3982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0" y="2148840"/>
            <a:ext cx="1005840" cy="10058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7784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58640" y="3291840"/>
            <a:ext cx="344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General AI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358640" y="3703320"/>
            <a:ext cx="344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science fiction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87240" y="4160520"/>
            <a:ext cx="298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learn ANY task like a human.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87240" y="4846320"/>
            <a:ext cx="298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fully exist yet — scientists are working on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68640" y="1828800"/>
            <a:ext cx="3444240" cy="4114800"/>
          </a:xfrm>
          <a:prstGeom prst="roundRect">
            <a:avLst>
              <a:gd name="adj" fmla="val 3982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387840" y="2148840"/>
            <a:ext cx="1005840" cy="1005840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8784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168640" y="3291840"/>
            <a:ext cx="344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 AI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168640" y="3703320"/>
            <a:ext cx="344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4B3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theory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97240" y="4160520"/>
            <a:ext cx="298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than all humans combined.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97240" y="4846320"/>
            <a:ext cx="298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imagined in movies and books, for now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Rounded Rectangle 26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365760"/>
            <a:ext cx="640080" cy="640080"/>
          </a:xfrm>
          <a:prstGeom prst="ellipse">
            <a:avLst/>
          </a:prstGeom>
          <a:solidFill>
            <a:srgbClr val="06D6A0">
              <a:alpha val="3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0" y="5120640"/>
            <a:ext cx="914400" cy="914400"/>
          </a:xfrm>
          <a:prstGeom prst="ellipse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251960" y="50292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06D6A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251960" y="502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TRY IT OURSELVES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Activity Time: Quick, Draw!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game by Google that tries to guess what you're drawing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2468880"/>
            <a:ext cx="5029200" cy="594360"/>
          </a:xfrm>
          <a:prstGeom prst="roundRect">
            <a:avLst>
              <a:gd name="adj" fmla="val 15385"/>
            </a:avLst>
          </a:prstGeom>
          <a:solidFill>
            <a:srgbClr val="342B78"/>
          </a:solidFill>
          <a:ln w="1270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2468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quickdraw.withgoogle.com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342B7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417320" y="361188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Pick a 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gives you something to draw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338328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342B7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51960" y="361188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5196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474720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Draw fast!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4983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only 20 seconds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342B78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086600" y="361188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8660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guesses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4983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tries to name your drawing live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52560" y="338328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342B78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921240" y="361188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92124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144000" y="4572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See how it thinks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89720" y="4983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other drawings like yours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Rounded Rectangle 31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3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Does the AI Guess?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Draw! learned by looking at millions of doodles drawn by real people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19019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3F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Millions of examples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90195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around the world drew cats, trees, shoes... and the computer studied every single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3017520"/>
            <a:ext cx="640080" cy="64008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patterns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95351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noticed shapes that repeat — most 'cats' have two pointy ears and whiskers.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00200" y="400507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Making a guess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00507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draw, the AI compares your lines to the patterns it learned and picks the best match.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9B59F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120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00200" y="50566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smarter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505663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drawing — including yours — helps the AI learn and guess even better next time.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0807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6080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A2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kind of learning-from-examples is called Machine Learning — the heart of most AI today!</a:t>
            </a:r>
            <a:endParaRPr lang="en-US" sz="1250" dirty="0"/>
          </a:p>
        </p:txBody>
      </p:sp>
      <p:sp>
        <p:nvSpPr>
          <p:cNvPr id="26" name="Rounded Rectangle 25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5303520"/>
            <a:ext cx="1005840" cy="1005840"/>
          </a:xfrm>
          <a:prstGeom prst="ellipse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247120" y="4937760"/>
            <a:ext cx="548640" cy="548640"/>
          </a:xfrm>
          <a:prstGeom prst="ellipse">
            <a:avLst/>
          </a:prstGeom>
          <a:solidFill>
            <a:srgbClr val="06D6A0">
              <a:alpha val="4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4B3F9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16636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Great Job, Explorers!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how computers work, why 0s and 1s matter, and how AI learns from examples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66160" y="443484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6616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ACADEMY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73152" y="64008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40000" dist="18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80950719_664762249453652_3334161267083367989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644652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2026-07-14T20:27:05Z</dcterms:created>
  <dcterms:modified xsi:type="dcterms:W3CDTF">2026-07-14T20:27:05Z</dcterms:modified>
</cp:coreProperties>
</file>